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"/>
            <a:ext cx="164592" cy="6739128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한전MCS(주)  ·  LEEYEOL 주·이열  ·  K water 한국수자원공사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023360" y="1645920"/>
            <a:ext cx="914400" cy="914400"/>
          </a:xfrm>
          <a:prstGeom prst="ellipse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874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492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623560" y="1645920"/>
            <a:ext cx="914400" cy="914400"/>
          </a:xfrm>
          <a:prstGeom prst="ellipse">
            <a:avLst/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74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7512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7223760" y="1645920"/>
            <a:ext cx="914400" cy="914400"/>
          </a:xfrm>
          <a:prstGeom prst="ellipse">
            <a:avLst/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745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" y="3200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 슬러지(찌꺼기)</a:t>
            </a:r>
            <a:pPr algn="ctr"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활용한</a:t>
            </a:r>
            <a:endParaRPr lang="en-US" sz="3800" dirty="0"/>
          </a:p>
        </p:txBody>
      </p:sp>
      <p:sp>
        <p:nvSpPr>
          <p:cNvPr id="14" name="Text 9"/>
          <p:cNvSpPr/>
          <p:nvPr/>
        </p:nvSpPr>
        <p:spPr>
          <a:xfrm>
            <a:off x="548640" y="3886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친환경 자원화 사업 </a:t>
            </a:r>
            <a:pPr algn="ctr"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계획서</a:t>
            </a:r>
            <a:endParaRPr lang="en-US" sz="3800" dirty="0"/>
          </a:p>
        </p:txBody>
      </p:sp>
      <p:sp>
        <p:nvSpPr>
          <p:cNvPr id="15" name="Shape 10"/>
          <p:cNvSpPr/>
          <p:nvPr/>
        </p:nvSpPr>
        <p:spPr>
          <a:xfrm>
            <a:off x="5623560" y="4754880"/>
            <a:ext cx="5486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1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2025. 12.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0F1E3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610819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6126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이열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5321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LeEYEOL Co., Ltd.   |   leeyeol.com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LEEYEOL  ·  이열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1. 회사 소개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소개 [회사개요]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(주)이열 — 2008년 설립, 슬러지 연료화 전문기업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57400"/>
            <a:ext cx="1106424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2377440" cy="5943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(주)이열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97480"/>
            <a:ext cx="2377440" cy="5943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이기열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91840"/>
            <a:ext cx="2377440" cy="5943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429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설립일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2008. 4. 7.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886200"/>
            <a:ext cx="2377440" cy="5943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2,500,000,000원 (25억 원)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80560"/>
            <a:ext cx="2377440" cy="5943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서울시 서초구 논현로 7길 16 (양재동, 보연빌딩)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074920"/>
            <a:ext cx="2377440" cy="5943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212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연구소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0" y="5212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경기도 화성시 서신면 염전길 30-5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6692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669280"/>
            <a:ext cx="2377440" cy="5943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806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0" y="5806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http://leeyeol.com/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6492240"/>
            <a:ext cx="11064240" cy="640080"/>
          </a:xfrm>
          <a:prstGeom prst="rect">
            <a:avLst/>
          </a:prstGeom>
          <a:solidFill>
            <a:srgbClr val="FFF7ED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6492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관계회사 :  ㈜ 이열알앤디   ·   ㈜ 중부에코너지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LEEYEOL  ·  이열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1. 회사 소개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소개 [주요사업]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커피 슬러지 자원화 · 연료화 — 새로운 신성장 동력산업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7315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103120"/>
            <a:ext cx="685800" cy="3657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031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2023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1031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한국중부발전 하수슬러지연료탄 구매 선호도 1위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11064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651760"/>
            <a:ext cx="7315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2743200"/>
            <a:ext cx="685800" cy="3657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7432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2023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27432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한전엠씨에스와 신재생에너지 분야 공동화 사업 협약 [MOA] — 이열알앤디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11064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291840"/>
            <a:ext cx="7315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383280"/>
            <a:ext cx="685800" cy="3657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3832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2025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45920" y="33832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사회적협동조합 자원과 순환 커피찌꺼기 공급 협약 (서울시 지자체 · 동서식품 등)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11064240" cy="502920"/>
          </a:xfrm>
          <a:prstGeom prst="rect">
            <a:avLst/>
          </a:prstGeom>
          <a:solidFill>
            <a:srgbClr val="0F1E3D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133088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88720" y="40690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새로운 신성장 동력산업 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한국전력 = 한전MCS · 이열 공동사업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475488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8640" y="4754880"/>
            <a:ext cx="2651760" cy="73152"/>
          </a:xfrm>
          <a:prstGeom prst="rect">
            <a:avLst/>
          </a:prstGeom>
          <a:solidFill>
            <a:srgbClr val="0F1E3D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0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77240" y="548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커피슬러지 (커피찌꺼기)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777240" y="5852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자원화 · 연료화 · 비료화 · 소재화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383280" y="475488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383280" y="4754880"/>
            <a:ext cx="2651760" cy="7315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5029200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611880" y="548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하수슬러지 + 커피찌꺼기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3611880" y="5852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발전소 고형연료 (바이오매스)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6217920" y="475488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217920" y="4754880"/>
            <a:ext cx="2651760" cy="7315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029200"/>
            <a:ext cx="365760" cy="36576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446520" y="548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가축분뇨 + 커피찌꺼기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6446520" y="5852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발전소 고형연료 · 연탄대체 (비닐하우스)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9052560" y="475488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9052560" y="4754880"/>
            <a:ext cx="2651760" cy="73152"/>
          </a:xfrm>
          <a:prstGeom prst="rect">
            <a:avLst/>
          </a:prstGeom>
          <a:solidFill>
            <a:srgbClr val="047857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5029200"/>
            <a:ext cx="365760" cy="36576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9281160" y="548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생활폐기물 커피찌꺼기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9281160" y="5852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소각·매립 → 고형연료화 1차사업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LEEYEOL  ·  이열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1. 회사 소개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소개 [한전MCS 협약]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한전엠씨에스 공공기관 — 한국전력 100% 주주 | 매출액 3,071억 | 직원 4,437명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54864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73152" cy="237744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9456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2148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한전엠씨에스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2588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공공기관  |  주주: 한국전력 100%  |  매출액 3,071억('23)  |  직원 4,437명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2926080"/>
            <a:ext cx="5029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[하수슬러지연료화 / 축분연료화 / 연탄 대체사업]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3383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이열알앤디의 이열SLT시스템으로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하수슬러지 펠릿 · 축분슬러지 펠릿 제조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→ 발전사 연료탄 기준치 적합 · 기술경쟁력 확보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309360" y="2011680"/>
            <a:ext cx="53035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2103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협약 타임라인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37960" y="256032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6812280" y="2514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2023.04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8638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슬러지활용 발전소연료공급사업 보고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537960" y="290779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6812280" y="2862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2023.05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863840" y="2862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제품 시험 및 기술심사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537960" y="325526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2"/>
          <p:cNvSpPr/>
          <p:nvPr/>
        </p:nvSpPr>
        <p:spPr>
          <a:xfrm>
            <a:off x="6812280" y="32095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2023.06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863840" y="3209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한전MCS 사업선정 (사업성·기술성)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537960" y="3602736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5"/>
          <p:cNvSpPr/>
          <p:nvPr/>
        </p:nvSpPr>
        <p:spPr>
          <a:xfrm>
            <a:off x="6812280" y="35570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2023.07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863840" y="3557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슬러지 연료탄 사업 양해각서 [MOU]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537960" y="395020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6812280" y="39044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2023.12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863840" y="3904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슬러지 연료탄 판매 공동협약서 [MOA]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727448"/>
            <a:ext cx="292608" cy="29260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188720" y="4663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핵심 기술경쟁력: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하수 슬러지 최대 기피 사유인 </a:t>
            </a:r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악취 최소화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 — 2023.12.5 신재생 에너지사업 목적사업 추가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548640" y="5349240"/>
            <a:ext cx="11064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37" name="Image 2" descr="C:\SMARTECOSYS\pptx_build\s3_images\s4_p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14800" y="5440680"/>
            <a:ext cx="3931920" cy="109728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LEEYEOL  ·  이열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2. 사업 소개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소개 [커피 슬러지(커피박) 연료화]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커피를 추출한 후 남는 습한 찌꺼기(커피박)를 고형연료로 가공하여 화력발전소에 공급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35204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352044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350008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커피 원료 수입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20만 1,924톤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77240" y="3474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2024년 기준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커피찌꺼기는 원료의 2배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97680" y="2011680"/>
            <a:ext cx="35204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7680" y="2011680"/>
            <a:ext cx="352044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Shape 14"/>
          <p:cNvSpPr/>
          <p:nvPr/>
        </p:nvSpPr>
        <p:spPr>
          <a:xfrm>
            <a:off x="4526280" y="2286000"/>
            <a:ext cx="502920" cy="502920"/>
          </a:xfrm>
          <a:prstGeom prst="ellipse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235000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6636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발전소 활용 시 발열량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26280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4,500~5,000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4526280" y="3474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kcal/kg (건조기준)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저위 발열량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046720" y="2011680"/>
            <a:ext cx="35204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046720" y="2011680"/>
            <a:ext cx="35204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0"/>
          <p:cNvSpPr/>
          <p:nvPr/>
        </p:nvSpPr>
        <p:spPr>
          <a:xfrm>
            <a:off x="8275320" y="2286000"/>
            <a:ext cx="502920" cy="502920"/>
          </a:xfrm>
          <a:prstGeom prst="ellipse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350008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91540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온실가스 감축 효과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275320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1.38 tCO₂</a:t>
            </a:r>
            <a:endParaRPr lang="en-US" sz="2400" dirty="0"/>
          </a:p>
        </p:txBody>
      </p:sp>
      <p:sp>
        <p:nvSpPr>
          <p:cNvPr id="28" name="Text 23"/>
          <p:cNvSpPr/>
          <p:nvPr/>
        </p:nvSpPr>
        <p:spPr>
          <a:xfrm>
            <a:off x="8275320" y="3474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커피박 펠릿 1톤 사용 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[한국동서발전 2024.9.6]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48640" y="4343400"/>
            <a:ext cx="11064240" cy="50292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0" name="Text 25"/>
          <p:cNvSpPr/>
          <p:nvPr/>
        </p:nvSpPr>
        <p:spPr>
          <a:xfrm>
            <a:off x="777240" y="4389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발전소 외 활용처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548640" y="5029200"/>
            <a:ext cx="202996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024" y="521208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85800" y="57607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펠릿난로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(친환경 연료)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2761488" y="5029200"/>
            <a:ext cx="202996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5212080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2898648" y="57607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캠핑용품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(숯)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974336" y="5029200"/>
            <a:ext cx="202996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5212080"/>
            <a:ext cx="457200" cy="4572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111496" y="57607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고양이 모래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7187184" y="5029200"/>
            <a:ext cx="202996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68" y="5212080"/>
            <a:ext cx="457200" cy="45720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324344" y="57607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천연 탈취제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9400032" y="5029200"/>
            <a:ext cx="202996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6416" y="5212080"/>
            <a:ext cx="457200" cy="45720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537192" y="57607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천연비료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LEEYEOL  ·  이열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2. 사업 소개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소개 [커피 슬러지 연료화 제조공정]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4단계 공정: 혼합 → 펠릿성형 → 저온열풍건조 → 연료탄 제조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27432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299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1단계 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91056" y="2029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커피 슬러지 혼합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27432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 커피찌꺼기 + 부재료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 함수율 70~80% → 50%</a:t>
            </a:r>
            <a:endParaRPr lang="en-US" sz="1100" dirty="0"/>
          </a:p>
        </p:txBody>
      </p:sp>
      <p:pic>
        <p:nvPicPr>
          <p:cNvPr id="14" name="Image 0" descr="C:\SMARTECOSYS\pptx_build\s3_images\s6_p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3474720"/>
            <a:ext cx="2468880" cy="1371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337560" y="2011680"/>
            <a:ext cx="2743200" cy="50292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16" name="Text 13"/>
          <p:cNvSpPr/>
          <p:nvPr/>
        </p:nvSpPr>
        <p:spPr>
          <a:xfrm>
            <a:off x="3337560" y="20299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2단계 →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379976" y="2029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펠릿 성형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337560" y="2514600"/>
            <a:ext cx="27432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2044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 혼합 커피찌꺼기 압축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52044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 함수율 약 50%</a:t>
            </a:r>
            <a:endParaRPr lang="en-US" sz="1100" dirty="0"/>
          </a:p>
        </p:txBody>
      </p:sp>
      <p:pic>
        <p:nvPicPr>
          <p:cNvPr id="21" name="Image 1" descr="C:\SMARTECOSYS\pptx_build\s3_images\s6_p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0" y="3474720"/>
            <a:ext cx="2468880" cy="137160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126480" y="2011680"/>
            <a:ext cx="27432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19"/>
          <p:cNvSpPr/>
          <p:nvPr/>
        </p:nvSpPr>
        <p:spPr>
          <a:xfrm>
            <a:off x="6126480" y="20299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3단계 →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168896" y="2029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저온 열풍기류 건조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126480" y="2514600"/>
            <a:ext cx="27432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0936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 펠릿성형 커피찌꺼기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30936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 함수율 50% → 15~10%</a:t>
            </a:r>
            <a:endParaRPr lang="en-US" sz="1100" dirty="0"/>
          </a:p>
        </p:txBody>
      </p:sp>
      <p:pic>
        <p:nvPicPr>
          <p:cNvPr id="28" name="Image 2" descr="C:\SMARTECOSYS\pptx_build\s3_images\s6_p5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63640" y="3474720"/>
            <a:ext cx="2468880" cy="137160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8915400" y="2011680"/>
            <a:ext cx="2743200" cy="5029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0" name="Text 25"/>
          <p:cNvSpPr/>
          <p:nvPr/>
        </p:nvSpPr>
        <p:spPr>
          <a:xfrm>
            <a:off x="8915400" y="20299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4단계 →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9957816" y="2029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연료탄 제품 제조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915400" y="2514600"/>
            <a:ext cx="27432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09828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 건조 커피찌꺼기 연료탄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909828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 함수율 10~8%</a:t>
            </a:r>
            <a:endParaRPr lang="en-US" sz="1100" dirty="0"/>
          </a:p>
        </p:txBody>
      </p:sp>
      <p:pic>
        <p:nvPicPr>
          <p:cNvPr id="35" name="Image 3" descr="C:\SMARTECOSYS\pptx_build\s3_images\s6_p7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52560" y="3474720"/>
            <a:ext cx="2468880" cy="1371600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548640" y="5029200"/>
            <a:ext cx="11064240" cy="50292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7" name="Text 31"/>
          <p:cNvSpPr/>
          <p:nvPr/>
        </p:nvSpPr>
        <p:spPr>
          <a:xfrm>
            <a:off x="548640" y="504748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함수율 70~80%  →  50%  →  15~10%  →  최종 10~8%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548640" y="5715000"/>
            <a:ext cx="2606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85800" y="57881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혼합 커피 찌꺼기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685800" y="6172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함수율 50%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3337560" y="5715000"/>
            <a:ext cx="2606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F1E3D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3474720" y="57881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펠릿성형 커피 찌꺼기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3474720" y="6172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E3D"/>
                </a:solidFill>
              </a:rPr>
              <a:t>함수율 50%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6126480" y="5715000"/>
            <a:ext cx="2606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263640" y="57881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건조 커피찌꺼기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6263640" y="6172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함수율 15~10%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8915400" y="5715000"/>
            <a:ext cx="2606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9052560" y="57881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커피 찌꺼기 연료탄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9052560" y="6172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함수율 10~8%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LEEYEOL  ·  이열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3. 사업성 분석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사업성 분석 [VALUATION]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일 30톤 기준 연간 매출 42.9억 원, 이익 16.8억 원 (이익률 39%)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914400"/>
                <a:gridCol w="1097280"/>
                <a:gridCol w="3291840"/>
                <a:gridCol w="146304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단가 (원)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산출내역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 (천원)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난방용연탄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15톤/일 × 600,000원/톤 × 330일/년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2,970,000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화력단가/캠핑장/폴리카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가정용 연료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10톤/일 × 400,000원/톤 × 330일/년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1,320,000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사회적 연탄(커피탄)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건조물 (왕겨)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바이오차 (블랙소재)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4,290,000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커피찌꺼기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50,000/톤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30톤/일 × 50,000원/톤 × 330일/년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495,000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자원과 순환 (장안가??)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왕겨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180,000톤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12톤 × 130,000원/톤 × 330일/년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514,800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장기계약조건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연료 LPG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(kg/12,000Kcal)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28.5원 × 1,850L × 330일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372,430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전력비 KW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350KW × 110원/kwh × 24HR × 330일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304,920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이열 SLT시스템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인건비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명(공장)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2인 교대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7명 × 130,000원/일 × 365일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332,150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6명 관리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유지관리비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매출액의 5%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214,500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공장정비/임차료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운반비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30,000/톤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25톤 × 30,000원/톤 × 330일/년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247,500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150Km기준?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일반관리비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사무실 관리비 3%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128,700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2,610,000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투자비용(설비)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 (수입)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매입 (지출)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익  /  이익율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4,290,000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2,610,000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1,679,992  /  39%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LEEYEOL  ·  이열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4. 관련제품 현황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커피찌꺼기 활용 관련제품 현황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펠릿연료 · 건조 커피박 제품 · 기능성/특수용 소재 제품 — 다양한 응용 가능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246120"/>
                <a:gridCol w="324612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커피찌꺼기 펠릿연료 제품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건조 커피박 제품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기능성 및 특수용 소재 제품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가정, 난방, 캠핑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비료, 탈취제,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벌레퇴치, 기름제거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악취제거, 수처리 소재,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활성탄 대체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15kg / 5kg (2.5kg)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1kg ~ 21kg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200g/ea ~ 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18,900 / 11,000 /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7,500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10,000 ~ 8,500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9,900 / 3,300 ~ 고가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394960"/>
            <a:ext cx="1417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C:\SMARTECOSYS\pptx_build\s3_images\s8_p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5440680"/>
            <a:ext cx="1325880" cy="10972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76272" y="5394960"/>
            <a:ext cx="1417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C:\SMARTECOSYS\pptx_build\s3_images\s8_p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21992" y="5440680"/>
            <a:ext cx="1325880" cy="10972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803904" y="5394960"/>
            <a:ext cx="1417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2" descr="C:\SMARTECOSYS\pptx_build\s3_images\s8_p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49624" y="5440680"/>
            <a:ext cx="1325880" cy="10972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431536" y="5394960"/>
            <a:ext cx="1417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3" descr="C:\SMARTECOSYS\pptx_build\s3_images\s8_p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77256" y="5440680"/>
            <a:ext cx="1325880" cy="109728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7059168" y="5394960"/>
            <a:ext cx="1417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4" descr="C:\SMARTECOSYS\pptx_build\s3_images\s8_p5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104888" y="5440680"/>
            <a:ext cx="1325880" cy="109728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8686800" y="5394960"/>
            <a:ext cx="1417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5" descr="C:\SMARTECOSYS\pptx_build\s3_images\s8_p6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32520" y="5440680"/>
            <a:ext cx="1325880" cy="109728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314432" y="5394960"/>
            <a:ext cx="1417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2" name="Image 6" descr="C:\SMARTECOSYS\pptx_build\s3_images\s8_p7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360152" y="5440680"/>
            <a:ext cx="1325880" cy="10972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LEEYEOL  ·  이열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5. 사업추진 계획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사업추진 계획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3단계 연도별 확장: 연료화 → 자원화 → 소재 사업화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423160"/>
            <a:ext cx="960120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23060" y="1965960"/>
            <a:ext cx="13716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62306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25980" y="23317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21259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35204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953512"/>
            <a:ext cx="3520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3200400"/>
            <a:ext cx="548640" cy="548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4864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커피찌꺼기 연료화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42519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[2026]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4663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B5563"/>
                </a:solidFill>
              </a:rPr>
              <a:t>수도권(커피1공장)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B5563"/>
                </a:solidFill>
              </a:rPr>
              <a:t>난방용연료탄 · 캠핑용연료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372100" y="1965960"/>
            <a:ext cx="13716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53721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2027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875020" y="23317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58750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297680" y="2880360"/>
            <a:ext cx="352044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Shape 21"/>
          <p:cNvSpPr/>
          <p:nvPr/>
        </p:nvSpPr>
        <p:spPr>
          <a:xfrm>
            <a:off x="4297680" y="2953512"/>
            <a:ext cx="3520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0" y="3200400"/>
            <a:ext cx="548640" cy="5486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29768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커피찌꺼기 자원화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297680" y="42519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[2027]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572000" y="4663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B5563"/>
                </a:solidFill>
              </a:rPr>
              <a:t>충청권(커피2공장) : 난방용연료탄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B5563"/>
                </a:solidFill>
              </a:rPr>
              <a:t>경북권(커피3공장) : 탈취제 · 경축순환농업(깔개, 기능성퇴비)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9121140" y="1965960"/>
            <a:ext cx="1371600" cy="36576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0" name="Text 26"/>
          <p:cNvSpPr/>
          <p:nvPr/>
        </p:nvSpPr>
        <p:spPr>
          <a:xfrm>
            <a:off x="912114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2028~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9624060" y="2331720"/>
            <a:ext cx="365760" cy="365760"/>
          </a:xfrm>
          <a:prstGeom prst="ellipse">
            <a:avLst/>
          </a:prstGeom>
          <a:solidFill>
            <a:srgbClr val="0F1E3D"/>
          </a:solidFill>
          <a:ln/>
        </p:spPr>
      </p:sp>
      <p:sp>
        <p:nvSpPr>
          <p:cNvPr id="32" name="Text 28"/>
          <p:cNvSpPr/>
          <p:nvPr/>
        </p:nvSpPr>
        <p:spPr>
          <a:xfrm>
            <a:off x="962406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8046720" y="2880360"/>
            <a:ext cx="3520440" cy="73152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4" name="Shape 30"/>
          <p:cNvSpPr/>
          <p:nvPr/>
        </p:nvSpPr>
        <p:spPr>
          <a:xfrm>
            <a:off x="8046720" y="2953512"/>
            <a:ext cx="3520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620" y="3200400"/>
            <a:ext cx="548640" cy="54864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04672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 커피찌꺼기 소재 사업화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8046720" y="42519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D"/>
                </a:solidFill>
              </a:rPr>
              <a:t>[2028~]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8321040" y="4663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B5563"/>
                </a:solidFill>
              </a:rPr>
              <a:t>강원권(커피4공장)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B5563"/>
                </a:solidFill>
              </a:rPr>
              <a:t>바이오차(탄소크레딧) · 산업용소재화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LEEYEOL  ·  이열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. 보유기술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보유기술 : 지적재산권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슬러지 연료화 처리 시스템 관련 다수 특허 보유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35204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35204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851660" y="2468880"/>
            <a:ext cx="914400" cy="9144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26974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6576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슬러지 연료화 처리 시스템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14400" y="4572000"/>
            <a:ext cx="2788920" cy="411480"/>
          </a:xfrm>
          <a:prstGeom prst="rect">
            <a:avLst/>
          </a:prstGeom>
          <a:solidFill>
            <a:srgbClr val="ECFDF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4572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제 10-2069317호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5212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슬러지를 고형연료로 전환하는 핵심 시스템 특허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97680" y="2011680"/>
            <a:ext cx="35204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97680" y="2011680"/>
            <a:ext cx="35204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5"/>
          <p:cNvSpPr/>
          <p:nvPr/>
        </p:nvSpPr>
        <p:spPr>
          <a:xfrm>
            <a:off x="5600700" y="2468880"/>
            <a:ext cx="914400" cy="9144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697480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0" y="36576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슬러지 연료화 처리 시스템의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건조공기 공급장치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663440" y="4572000"/>
            <a:ext cx="2788920" cy="411480"/>
          </a:xfrm>
          <a:prstGeom prst="rect">
            <a:avLst/>
          </a:prstGeom>
          <a:solidFill>
            <a:srgbClr val="ECFDF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63440" y="4572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제 10-2069308호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572000" y="5212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건조 공정의 열풍 공급 최적화 장치 특허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046720" y="2011680"/>
            <a:ext cx="35204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046720" y="2011680"/>
            <a:ext cx="35204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2"/>
          <p:cNvSpPr/>
          <p:nvPr/>
        </p:nvSpPr>
        <p:spPr>
          <a:xfrm>
            <a:off x="9349740" y="2468880"/>
            <a:ext cx="914400" cy="9144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0" y="269748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321040" y="36576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이열 SLT 시스템 (추가 특허)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412480" y="4572000"/>
            <a:ext cx="2788920" cy="411480"/>
          </a:xfrm>
          <a:prstGeom prst="rect">
            <a:avLst/>
          </a:prstGeom>
          <a:solidFill>
            <a:srgbClr val="ECFDF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412480" y="4572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관련 특허 다수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321040" y="5212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저온 열풍 기류 건조 관련 핵심 기술 포트폴리오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solidFill>
            <a:srgbClr val="ECFDF5"/>
          </a:solidFill>
          <a:ln w="6350">
            <a:solidFill>
              <a:srgbClr val="10B981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373368"/>
            <a:ext cx="256032" cy="25603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51560" y="63276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핵심 기술 IP 포트폴리오 기반 견고한 진입장벽 확보 — 경쟁사 대비 차별화된 기술 우위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2011680"/>
            <a:ext cx="7315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77440"/>
            <a:ext cx="1216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0" y="38404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Thanks for Your Attention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51206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5120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주식회사 이열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57607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leeyeol.com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커피 슬러지 친환경 자원화 사업계획서</dc:title>
  <dc:subject>PptxGenJS Presentation</dc:subject>
  <dc:creator>이열</dc:creator>
  <cp:lastModifiedBy>이열</cp:lastModifiedBy>
  <cp:revision>1</cp:revision>
  <dcterms:created xsi:type="dcterms:W3CDTF">2026-04-13T04:51:56Z</dcterms:created>
  <dcterms:modified xsi:type="dcterms:W3CDTF">2026-04-13T04:51:56Z</dcterms:modified>
</cp:coreProperties>
</file>